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3BF71-38B7-8642-BFCE-EDAE9BD0CBAF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81CDE-9BE7-C544-8ACB-7077DFC4270F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BA285-9698-1B45-8319-D90A8C63F150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6CD42-43FF-B740-998F-DCC3802C4CE3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0FFBD-2EE4-8547-BBAE-A1AC91C8D77E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A2352-D7AC-F242-9256-A4477BCBF354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CFC6A-9AE6-404D-9FDD-168B477B9C90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FCDFD-B4CF-A241-8D71-E814B10BEAF4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26A7B589-FD4B-7E46-869A-CBADC5FC564E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025CB-9D18-264E-A945-2D020344C9DA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EFB6C-7E96-8F41-8872-189CA1C59F84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8A92E-5FF9-8143-81B3-CCB531513398}" type="datetimeFigureOut">
              <a:rPr lang="en-US" dirty="0"/>
              <a:t>1/15/2022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romedia.com/article/top-5-functional-requirements-for-your-ecommerce-site#accessibility" TargetMode="External"/><Relationship Id="rId2" Type="http://schemas.openxmlformats.org/officeDocument/2006/relationships/hyperlink" Target="https://www.acromedia.com/article/top-5-functional-requirements-for-your-ecommerce-site#spee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E-Commerce Website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Muhammad Subhan Naeem Qureshi 48802</a:t>
            </a:r>
          </a:p>
          <a:p>
            <a:r>
              <a:rPr lang="en-US" dirty="0" smtClean="0"/>
              <a:t>Abdul </a:t>
            </a:r>
            <a:r>
              <a:rPr lang="en-US" dirty="0" err="1" smtClean="0"/>
              <a:t>haseeb</a:t>
            </a:r>
            <a:r>
              <a:rPr lang="en-US" dirty="0" smtClean="0"/>
              <a:t> </a:t>
            </a:r>
            <a:r>
              <a:rPr lang="en-US" dirty="0"/>
              <a:t>46997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02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Abstract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If your customers wish to see your business online and have instant access to your products or services.</a:t>
            </a:r>
          </a:p>
          <a:p>
            <a:r>
              <a:rPr lang="en-US" dirty="0"/>
              <a:t>Online Shopping is a lifestyle e-commerce web application, which retails various fashion and lifestyle products (Currently Men's Wear).</a:t>
            </a:r>
          </a:p>
          <a:p>
            <a:r>
              <a:rPr lang="en-US" dirty="0"/>
              <a:t>This is a project with the objective to develop a basic website where a consumer is provided with a shopping cart application and also to know about the technologies used to develop such an application.</a:t>
            </a:r>
          </a:p>
          <a:p>
            <a:r>
              <a:rPr lang="en-US" dirty="0"/>
              <a:t>This document will discuss each of the underlying technologies to create and implement an </a:t>
            </a:r>
            <a:r>
              <a:rPr lang="en-US" dirty="0" err="1"/>
              <a:t>eCommerce</a:t>
            </a:r>
            <a:r>
              <a:rPr lang="en-US" dirty="0"/>
              <a:t> website.</a:t>
            </a:r>
          </a:p>
        </p:txBody>
      </p:sp>
    </p:spTree>
    <p:extLst>
      <p:ext uri="{BB962C8B-B14F-4D97-AF65-F5344CB8AC3E}">
        <p14:creationId xmlns:p14="http://schemas.microsoft.com/office/powerpoint/2010/main" val="3538851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It is reasonable to say that the process of shopping on the web is becoming commonplace.</a:t>
            </a:r>
          </a:p>
          <a:p>
            <a:r>
              <a:rPr lang="en-US" dirty="0"/>
              <a:t>The objective of this project is to develop a general purpose e-commerce store where product like clothes can be bought from the comfort of home through the Internet.</a:t>
            </a:r>
          </a:p>
          <a:p>
            <a:r>
              <a:rPr lang="en-US" dirty="0"/>
              <a:t>However, for implementation purposes, this paper will deal with an online shopping for clothes.</a:t>
            </a:r>
          </a:p>
          <a:p>
            <a:r>
              <a:rPr lang="en-US" dirty="0"/>
              <a:t>An online store is a virtual store on the Internet where customers can browse the catalog and select products of interest.</a:t>
            </a:r>
          </a:p>
        </p:txBody>
      </p:sp>
    </p:spTree>
    <p:extLst>
      <p:ext uri="{BB962C8B-B14F-4D97-AF65-F5344CB8AC3E}">
        <p14:creationId xmlns:p14="http://schemas.microsoft.com/office/powerpoint/2010/main" val="115218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941" y="2016125"/>
            <a:ext cx="5348581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78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ERD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09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Functional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hlinkClick r:id="rId2"/>
              </a:rPr>
              <a:t>Speed</a:t>
            </a:r>
            <a:endParaRPr lang="en-US" dirty="0"/>
          </a:p>
          <a:p>
            <a:pPr lvl="0"/>
            <a:r>
              <a:rPr lang="en-US" dirty="0"/>
              <a:t>Mobile-Friendliness</a:t>
            </a:r>
          </a:p>
          <a:p>
            <a:pPr lvl="0"/>
            <a:r>
              <a:rPr lang="en-US" dirty="0"/>
              <a:t>Product Attributes</a:t>
            </a:r>
          </a:p>
          <a:p>
            <a:pPr lvl="0"/>
            <a:r>
              <a:rPr lang="en-US" dirty="0"/>
              <a:t>Order &amp; Checkout Flow</a:t>
            </a:r>
          </a:p>
          <a:p>
            <a:r>
              <a:rPr lang="en-US" u="sng" dirty="0">
                <a:hlinkClick r:id="rId3"/>
              </a:rPr>
              <a:t>Accessibility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716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 Functional </a:t>
            </a:r>
            <a:r>
              <a:rPr lang="en-US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Usability</a:t>
            </a:r>
          </a:p>
          <a:p>
            <a:pPr lvl="0"/>
            <a:r>
              <a:rPr lang="en-US" dirty="0"/>
              <a:t>Security</a:t>
            </a:r>
          </a:p>
          <a:p>
            <a:pPr lvl="0"/>
            <a:r>
              <a:rPr lang="en-US" dirty="0"/>
              <a:t>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94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Bug Tracking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199" y="2016125"/>
            <a:ext cx="7464064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48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Output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237" y="2016125"/>
            <a:ext cx="7807989" cy="344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718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Link: https://github.com/qureshi23/softwareConstruction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251771" y="3216420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smtClean="0"/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181841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23</TotalTime>
  <Words>223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Palatino Linotype</vt:lpstr>
      <vt:lpstr>Gallery</vt:lpstr>
      <vt:lpstr>E-Commerce Website</vt:lpstr>
      <vt:lpstr>Abstract</vt:lpstr>
      <vt:lpstr>Introduction</vt:lpstr>
      <vt:lpstr>Use Case</vt:lpstr>
      <vt:lpstr>ERD</vt:lpstr>
      <vt:lpstr>Functional Requirements</vt:lpstr>
      <vt:lpstr>Non Functional Requirements</vt:lpstr>
      <vt:lpstr>Bug Tracking</vt:lpstr>
      <vt:lpstr>Output</vt:lpstr>
      <vt:lpstr>Version Controlling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Website</dc:title>
  <dc:creator>Faizan Naeem</dc:creator>
  <cp:lastModifiedBy>Faizan Naeem</cp:lastModifiedBy>
  <cp:revision>2</cp:revision>
  <dcterms:created xsi:type="dcterms:W3CDTF">2022-01-15T13:59:24Z</dcterms:created>
  <dcterms:modified xsi:type="dcterms:W3CDTF">2022-01-15T14:22:53Z</dcterms:modified>
</cp:coreProperties>
</file>